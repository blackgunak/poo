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5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Cinema — Application de gestion de réservation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/>
              <a:t>Auteur: Équipe </a:t>
            </a:r>
            <a:r>
              <a:rPr dirty="0" err="1"/>
              <a:t>projet</a:t>
            </a:r>
            <a:endParaRPr lang="fr-FR" dirty="0"/>
          </a:p>
          <a:p>
            <a:r>
              <a:rPr lang="fr-FR" dirty="0"/>
              <a:t>OSONONO</a:t>
            </a:r>
          </a:p>
          <a:p>
            <a:r>
              <a:rPr lang="fr-FR" dirty="0"/>
              <a:t>KANYENYE</a:t>
            </a:r>
            <a:endParaRPr dirty="0"/>
          </a:p>
          <a:p>
            <a:r>
              <a:rPr dirty="0"/>
              <a:t>Date: 2026-03-05</a:t>
            </a:r>
          </a:p>
          <a:p>
            <a:r>
              <a:rPr dirty="0" err="1"/>
              <a:t>Contexte</a:t>
            </a:r>
            <a:r>
              <a:rPr dirty="0"/>
              <a:t>: </a:t>
            </a:r>
            <a:r>
              <a:rPr dirty="0" err="1"/>
              <a:t>Projet</a:t>
            </a:r>
            <a:r>
              <a:rPr dirty="0"/>
              <a:t> Django — Système de </a:t>
            </a:r>
            <a:r>
              <a:rPr dirty="0" err="1"/>
              <a:t>réservations</a:t>
            </a:r>
            <a:r>
              <a:rPr dirty="0"/>
              <a:t> et QR single-use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 err="1"/>
              <a:t>Contexte</a:t>
            </a:r>
            <a:r>
              <a:rPr dirty="0"/>
              <a:t> &amp; </a:t>
            </a:r>
            <a:r>
              <a:rPr dirty="0" err="1"/>
              <a:t>objectifs</a:t>
            </a:r>
            <a:endParaRPr dirty="0"/>
          </a:p>
          <a:p>
            <a:pPr>
              <a:defRPr sz="1800"/>
            </a:pPr>
            <a:r>
              <a:rPr dirty="0"/>
              <a:t>Architecture technique</a:t>
            </a:r>
          </a:p>
          <a:p>
            <a:pPr>
              <a:defRPr sz="1800"/>
            </a:pPr>
            <a:r>
              <a:rPr dirty="0" err="1"/>
              <a:t>Modèles</a:t>
            </a:r>
            <a:r>
              <a:rPr dirty="0"/>
              <a:t> de données </a:t>
            </a:r>
            <a:r>
              <a:rPr dirty="0" err="1"/>
              <a:t>clés</a:t>
            </a:r>
            <a:endParaRPr dirty="0"/>
          </a:p>
          <a:p>
            <a:pPr>
              <a:defRPr sz="1800"/>
            </a:pPr>
            <a:r>
              <a:rPr dirty="0" err="1"/>
              <a:t>Fonctionnalités</a:t>
            </a:r>
            <a:r>
              <a:rPr dirty="0"/>
              <a:t> </a:t>
            </a:r>
            <a:r>
              <a:rPr dirty="0" err="1"/>
              <a:t>principales</a:t>
            </a:r>
            <a:endParaRPr dirty="0"/>
          </a:p>
          <a:p>
            <a:pPr>
              <a:defRPr sz="1800"/>
            </a:pPr>
            <a:r>
              <a:rPr dirty="0"/>
              <a:t>Flux QR codes single-use</a:t>
            </a:r>
          </a:p>
          <a:p>
            <a:pPr>
              <a:defRPr sz="1800"/>
            </a:pPr>
            <a:r>
              <a:rPr dirty="0"/>
              <a:t>Interface admin &amp; staff</a:t>
            </a:r>
          </a:p>
          <a:p>
            <a:pPr>
              <a:defRPr sz="1800"/>
            </a:pPr>
            <a:r>
              <a:rPr dirty="0" err="1"/>
              <a:t>Démonstration</a:t>
            </a:r>
            <a:r>
              <a:rPr dirty="0"/>
              <a:t> et captures</a:t>
            </a:r>
          </a:p>
          <a:p>
            <a:pPr>
              <a:defRPr sz="1800"/>
            </a:pPr>
            <a:r>
              <a:rPr dirty="0"/>
              <a:t>Conclusion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Contexte &amp; 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Application Django pour gestion d'un cinéma (films, séances, </a:t>
            </a:r>
            <a:r>
              <a:rPr dirty="0" err="1"/>
              <a:t>réservations</a:t>
            </a:r>
            <a:r>
              <a:rPr dirty="0"/>
              <a:t>)</a:t>
            </a:r>
          </a:p>
          <a:p>
            <a:pPr>
              <a:defRPr sz="1800"/>
            </a:pPr>
            <a:r>
              <a:rPr dirty="0" err="1"/>
              <a:t>Objectifs</a:t>
            </a:r>
            <a:r>
              <a:rPr dirty="0"/>
              <a:t>: UX simple, QR single-use pour validation </a:t>
            </a:r>
            <a:r>
              <a:rPr dirty="0" err="1"/>
              <a:t>d'entrée</a:t>
            </a:r>
            <a:r>
              <a:rPr dirty="0"/>
              <a:t>, interface staff/admin</a:t>
            </a:r>
          </a:p>
          <a:p>
            <a:pPr>
              <a:defRPr sz="1800"/>
            </a:pPr>
            <a:r>
              <a:rPr dirty="0"/>
              <a:t>Base de données: SQLite (dev)</a:t>
            </a:r>
            <a:r>
              <a:rPr lang="fr-FR" dirty="0"/>
              <a:t>, migration prudente pour champs uniques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Architecture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Backend: Django (v6+)</a:t>
            </a:r>
          </a:p>
          <a:p>
            <a:pPr>
              <a:defRPr sz="1800"/>
            </a:pPr>
            <a:r>
              <a:t>Frontend: Templates Django + CSS/JS (seatmap, modals)</a:t>
            </a:r>
          </a:p>
          <a:p>
            <a:pPr>
              <a:defRPr sz="1800"/>
            </a:pPr>
            <a:r>
              <a:t>QR generation: package Python `qrcode` -&gt; images PNG</a:t>
            </a:r>
          </a:p>
          <a:p>
            <a:pPr>
              <a:defRPr sz="1800"/>
            </a:pPr>
            <a:r>
              <a:t>Auth: Django auth, logout POST-only, staff vs user roles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Modèles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Film, Salle, Séance, Reservation</a:t>
            </a:r>
          </a:p>
          <a:p>
            <a:pPr>
              <a:defRPr sz="1800"/>
            </a:pPr>
            <a:r>
              <a:t>Reservation: champs QR -&gt; `qr_token` (UUID), `qr_valid`, `qr_used_at`, `qr_used_by`</a:t>
            </a:r>
          </a:p>
          <a:p>
            <a:pPr>
              <a:defRPr sz="1800"/>
            </a:pPr>
            <a:r>
              <a:t>Stratégie: token unique, invalidation single-use, champ timestamp + FK utilisateur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Fonctionnalités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Listing films, page d’accueil avec hero “À l'affiche maintenant”</a:t>
            </a:r>
          </a:p>
          <a:p>
            <a:pPr>
              <a:defRPr sz="1800"/>
            </a:pPr>
            <a:r>
              <a:t>Sélection de sièges via seatmap JS</a:t>
            </a:r>
          </a:p>
          <a:p>
            <a:pPr>
              <a:defRPr sz="1800"/>
            </a:pPr>
            <a:r>
              <a:t>Génération &amp; téléchargement QR pour chaque réservation</a:t>
            </a:r>
          </a:p>
          <a:p>
            <a:pPr>
              <a:defRPr sz="1800"/>
            </a:pPr>
            <a:r>
              <a:t>Scan public (single-use) + endpoints staff/admin (AJAX)</a:t>
            </a:r>
          </a:p>
          <a:p>
            <a:pPr>
              <a:defRPr sz="1800"/>
            </a:pPr>
            <a:r>
              <a:t>Migrations sûres pour ajout de UUID uniques sur SQLite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Flux QR single-use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Réservation -&gt; génération `qr_token` (UUID) + image PNG</a:t>
            </a:r>
          </a:p>
          <a:p>
            <a:pPr>
              <a:defRPr sz="1800"/>
            </a:pPr>
            <a:r>
              <a:t>QRCode rendu propriétaire téléchargeable; visualisable en modal</a:t>
            </a:r>
          </a:p>
          <a:p>
            <a:pPr>
              <a:defRPr sz="1800"/>
            </a:pPr>
            <a:r>
              <a:t>Endpoint public de scan: lecture du token -&gt; si valide, marquer utilisé et retourner résultat</a:t>
            </a:r>
          </a:p>
          <a:p>
            <a:pPr>
              <a:defRPr sz="1800"/>
            </a:pPr>
            <a:r>
              <a:t>Staff/admin disposent d'endpoints AJAX pour scan sans redirection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Admin et interface staff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ReservationAdmin: vue de scan, change_list hook</a:t>
            </a:r>
          </a:p>
          <a:p>
            <a:pPr>
              <a:defRPr sz="1800"/>
            </a:pPr>
            <a:r>
              <a:t>Custom staff reservations list sur le site pour scan AJAX</a:t>
            </a:r>
          </a:p>
          <a:p>
            <a:pPr>
              <a:defRPr sz="1800"/>
            </a:pPr>
            <a:r>
              <a:t>Permissions: owner-only endpoints et accès staff pour actions spécifiques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Démonstration (captures d'écran)</a:t>
            </a:r>
          </a:p>
        </p:txBody>
      </p:sp>
      <p:pic>
        <p:nvPicPr>
          <p:cNvPr id="3" name="Picture 2" descr="17069752234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3840480" cy="4171188"/>
          </a:xfrm>
          <a:prstGeom prst="rect">
            <a:avLst/>
          </a:prstGeom>
        </p:spPr>
      </p:pic>
      <p:pic>
        <p:nvPicPr>
          <p:cNvPr id="4" name="Picture 3" descr="17069752234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63040"/>
            <a:ext cx="3840480" cy="41711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UX &amp;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Hero large sur la page d'accueil: mise en avant du film du moment</a:t>
            </a:r>
          </a:p>
          <a:p>
            <a:pPr>
              <a:defRPr sz="1800"/>
            </a:pPr>
            <a:r>
              <a:t>Cartes film plus lisibles (affiches agrandies)</a:t>
            </a:r>
          </a:p>
          <a:p>
            <a:pPr>
              <a:defRPr sz="1800"/>
            </a:pPr>
            <a:r>
              <a:t>Toasts/modals pour retours utilisateurs, style SaaS moderne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Limites &amp;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Passage SQLite -&gt; PostgreSQL en production</a:t>
            </a:r>
          </a:p>
          <a:p>
            <a:pPr>
              <a:defRPr sz="1800"/>
            </a:pPr>
            <a:r>
              <a:t>Auditing + logs pour scans QR</a:t>
            </a:r>
          </a:p>
          <a:p>
            <a:pPr>
              <a:defRPr sz="1800"/>
            </a:pPr>
            <a:r>
              <a:t>Tests end-to-end pour flux réservation + scanning</a:t>
            </a:r>
          </a:p>
          <a:p>
            <a:pPr>
              <a:defRPr sz="1800"/>
            </a:pPr>
            <a:r>
              <a:t>Améliorations UI: animations, toasts, accessibilité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Application complète pour gestion d'un petit cinéma</a:t>
            </a:r>
          </a:p>
          <a:p>
            <a:pPr>
              <a:defRPr sz="1800"/>
            </a:pPr>
            <a:r>
              <a:t>Approche prudente pour migrations et sécurité des tokens</a:t>
            </a:r>
          </a:p>
          <a:p>
            <a:pPr>
              <a:defRPr sz="1800"/>
            </a:pPr>
            <a:r>
              <a:t>Extensible: intégration paiement, notifications, analytics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41414"/>
                </a:solidFill>
              </a:defRPr>
            </a:pPr>
            <a:r>
              <a:t>Contact &amp; Références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Repo: (local project)</a:t>
            </a:r>
          </a:p>
          <a:p>
            <a:pPr>
              <a:defRPr sz="1800"/>
            </a:pPr>
            <a:r>
              <a:t>Django docs, python-pptx, qrcode</a:t>
            </a:r>
          </a:p>
          <a:p>
            <a:pPr>
              <a:defRPr sz="1800"/>
            </a:pPr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443</Words>
  <Application>Microsoft Office PowerPoint</Application>
  <PresentationFormat>On-screen Show (4:3)</PresentationFormat>
  <Paragraphs>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Cinema — Application de gestion de réservation</vt:lpstr>
      <vt:lpstr>Plan</vt:lpstr>
      <vt:lpstr>Contexte &amp; Objectifs</vt:lpstr>
      <vt:lpstr>Architecture technique</vt:lpstr>
      <vt:lpstr>Modèles de données</vt:lpstr>
      <vt:lpstr>Fonctionnalités principales</vt:lpstr>
      <vt:lpstr>Flux QR single-use</vt:lpstr>
      <vt:lpstr>Admin et interface staff</vt:lpstr>
      <vt:lpstr>Démonstration (captures d'écran)</vt:lpstr>
      <vt:lpstr>UX &amp; Design</vt:lpstr>
      <vt:lpstr>Limites &amp; Perspectives</vt:lpstr>
      <vt:lpstr>Conclusion</vt:lpstr>
      <vt:lpstr>Contact &amp; Références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GRADI OSONONO</cp:lastModifiedBy>
  <cp:revision>2</cp:revision>
  <dcterms:created xsi:type="dcterms:W3CDTF">2013-01-27T09:14:16Z</dcterms:created>
  <dcterms:modified xsi:type="dcterms:W3CDTF">2026-03-05T10:07:01Z</dcterms:modified>
  <cp:category/>
</cp:coreProperties>
</file>